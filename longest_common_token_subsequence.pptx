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7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ADD9-608A-4335-69EE-7A6A60454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008313-FB78-F661-7C6E-6F09028FB3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9DA57-9CA8-3019-F02C-273CBCF0E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BF624-7E03-E969-DB85-7B5616EC91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B5161-0E52-38A3-9235-AB16EA12B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932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A9D59-7F2A-E27A-CECC-7717A9D9D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1D4A6-2907-603E-FEA8-5FD9AB9C8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EC2CA-E968-980F-CD83-D62D659C6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2F0C7F-1F0D-3ED2-C0CE-2F3B17D3C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05291-74EA-555A-C6D0-84D43357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46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AE4CA-1621-0F1C-8202-026B2AA89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EB2C7-207C-A47E-7055-01BF9EE52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C3B229-C471-7745-6486-EC3BDE5D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49E13A-5B7E-6811-FFEF-2716A913B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AD4043-B697-1A3F-5E90-C1970C9F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23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A47D-6485-2E4F-1BFB-485085E2B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10B18-0366-8B01-EC20-B0AB1619DB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1967B3-897B-4707-FFDB-7C308943F6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50789C-A1F3-C8E4-27C8-A8078D26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E8B56B-A038-5C87-0E58-293A3192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25FB1F-E0ED-FDF3-1F2B-1D86494A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778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04781-9901-72A6-F4EA-85A05CFE4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A43B2-CA5B-C7BB-10D8-04DBF47D92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2EC6C-4852-77B9-F8FC-74CDD4300B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76773D-59D1-177E-45D4-CDD7F6754A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48165C-9CBE-AA74-F7F7-723515C8E2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06E29F-7CFE-19AE-B1A3-622DAB131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94EE983-0EC2-AA9B-7743-809DF24E4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968710-2BAC-9FF6-7F4B-2DF6C8B4D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0171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47B4B-E7FC-34E7-DAC7-98CBCE8844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A3F6F0-5ACC-79C0-8AEA-A8E89BACE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67D85F-4181-E126-56C7-AF05546C4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13768E-AD82-EB29-EBA5-90F95DC6F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43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A7B05F-43AB-9129-1BCA-9E7E08120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2AB5FA-5F57-91C9-6934-D6C42E55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DAAA8-D2AE-0310-9C2E-AA49B6CCA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977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D7E3-B3EB-86AE-8FC8-895D01C09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CEBEA3-DC83-123C-2AF1-7CB47DAD0F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733246-29DD-DF49-F50E-14C7A4266C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D98466-474B-38FD-548C-EDE849F29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9C08B-F621-B321-3D02-5C170939D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806B90-21D4-41FF-07FF-8F3C52979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26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52317-A7A7-AC08-C9AA-3199D8169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6E9A57-7F1B-8AAD-B8E1-D9CF472CC8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222B86-3053-5054-717D-88EFD7378A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6DAF3C-9E58-D6A1-420D-492E9FDAE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33350E-A724-CC54-32FE-C2417E4F1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034498-48A6-6D2E-29F0-5CCB2090F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9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1896B-6558-35D3-A150-5A24411C7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D11783-F3B2-7BC2-EBA8-1C64368F4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482B8C-F762-5C9E-FFDA-4097C08EC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33E27-B488-728B-3FA5-197741356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EC8B4E-A9A0-C93E-62B2-2547AD73D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9122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287E3B-0A76-B923-3A2B-5FD0079A9E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76E6E2-5147-979C-35E3-6318579C1A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B0D72-9A3E-ADCC-6AEF-6B18C4AF6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EB94C-F319-B7C5-BD77-3659C2E66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8094C-4CB2-9F04-0732-C388B2FB3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6945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4986DC-4643-C63F-4D94-8FEA26630E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416FE9-48FD-2C37-9ADF-500D243E4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F22973-BE09-E2C6-9312-D181C757E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706B5-04B4-4921-9870-F7222E8094BB}" type="datetimeFigureOut">
              <a:rPr lang="en-US" smtClean="0"/>
              <a:t>3/2/2025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56DA35-6F2C-B9B7-1C8E-3FDC3C543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809A7-0A8C-DAA2-5649-61DA2B0EB7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FD73CC-6E5A-4434-94B7-1281E710C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12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94C4CD2-98AD-E80C-B29F-1A9691C116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171104"/>
              </p:ext>
            </p:extLst>
          </p:nvPr>
        </p:nvGraphicFramePr>
        <p:xfrm>
          <a:off x="1182914" y="1601409"/>
          <a:ext cx="26869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870">
                  <a:extLst>
                    <a:ext uri="{9D8B030D-6E8A-4147-A177-3AD203B41FA5}">
                      <a16:colId xmlns:a16="http://schemas.microsoft.com/office/drawing/2014/main" val="4049008226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3478397847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3287294923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2977211747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3693455604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1044826715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1787000519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1257803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85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656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18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674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044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206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15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4868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BFF3206-6BA5-CFC3-D95C-A123E16E8284}"/>
              </a:ext>
            </a:extLst>
          </p:cNvPr>
          <p:cNvSpPr txBox="1"/>
          <p:nvPr/>
        </p:nvSpPr>
        <p:spPr>
          <a:xfrm>
            <a:off x="1502229" y="107768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DP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9EE544D-F8CC-13ED-CE09-08AC873850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0196903"/>
              </p:ext>
            </p:extLst>
          </p:nvPr>
        </p:nvGraphicFramePr>
        <p:xfrm>
          <a:off x="4413250" y="1601409"/>
          <a:ext cx="26869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870">
                  <a:extLst>
                    <a:ext uri="{9D8B030D-6E8A-4147-A177-3AD203B41FA5}">
                      <a16:colId xmlns:a16="http://schemas.microsoft.com/office/drawing/2014/main" val="4049008226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3478397847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3287294923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2977211747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3693455604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1044826715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1787000519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1257803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85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656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18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674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044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206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15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48687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99316D6-9B19-AE3E-1151-8C2AE90F6BD3}"/>
              </a:ext>
            </a:extLst>
          </p:cNvPr>
          <p:cNvSpPr txBox="1"/>
          <p:nvPr/>
        </p:nvSpPr>
        <p:spPr>
          <a:xfrm>
            <a:off x="5280318" y="1090902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max_ij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65FF10E-8789-3EAE-42B3-DE067E590EC9}"/>
              </a:ext>
            </a:extLst>
          </p:cNvPr>
          <p:cNvSpPr txBox="1"/>
          <p:nvPr/>
        </p:nvSpPr>
        <p:spPr>
          <a:xfrm>
            <a:off x="3706756" y="164592"/>
            <a:ext cx="23892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‘</a:t>
            </a:r>
            <a:r>
              <a:rPr lang="en-US" b="1" dirty="0" err="1"/>
              <a:t>abc</a:t>
            </a:r>
            <a:r>
              <a:rPr lang="en-US" b="1" dirty="0"/>
              <a:t> </a:t>
            </a:r>
            <a:r>
              <a:rPr lang="en-US" b="1" dirty="0" err="1"/>
              <a:t>abc</a:t>
            </a:r>
            <a:r>
              <a:rPr lang="en-US" b="1" dirty="0"/>
              <a:t>’ VS ‘</a:t>
            </a:r>
            <a:r>
              <a:rPr lang="en-US" b="1" dirty="0" err="1"/>
              <a:t>abcabc</a:t>
            </a:r>
            <a:r>
              <a:rPr lang="en-US" b="1" dirty="0"/>
              <a:t>’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1BF3554-31E8-5A68-0C56-73313FA0C8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3786615"/>
              </p:ext>
            </p:extLst>
          </p:nvPr>
        </p:nvGraphicFramePr>
        <p:xfrm>
          <a:off x="7912354" y="1601409"/>
          <a:ext cx="26869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870">
                  <a:extLst>
                    <a:ext uri="{9D8B030D-6E8A-4147-A177-3AD203B41FA5}">
                      <a16:colId xmlns:a16="http://schemas.microsoft.com/office/drawing/2014/main" val="4049008226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3478397847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3287294923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2977211747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3693455604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1044826715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1787000519"/>
                    </a:ext>
                  </a:extLst>
                </a:gridCol>
                <a:gridCol w="335870">
                  <a:extLst>
                    <a:ext uri="{9D8B030D-6E8A-4147-A177-3AD203B41FA5}">
                      <a16:colId xmlns:a16="http://schemas.microsoft.com/office/drawing/2014/main" val="12578037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859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4656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1185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6744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10449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FF0000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4206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2115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262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en-US" sz="1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548687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5374962-270F-0026-264C-0FD379898583}"/>
              </a:ext>
            </a:extLst>
          </p:cNvPr>
          <p:cNvCxnSpPr/>
          <p:nvPr/>
        </p:nvCxnSpPr>
        <p:spPr>
          <a:xfrm>
            <a:off x="8412480" y="2157984"/>
            <a:ext cx="301752" cy="34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29AAB7B-FB0B-00E8-188A-9683AE4590C1}"/>
              </a:ext>
            </a:extLst>
          </p:cNvPr>
          <p:cNvCxnSpPr/>
          <p:nvPr/>
        </p:nvCxnSpPr>
        <p:spPr>
          <a:xfrm>
            <a:off x="8811768" y="2584704"/>
            <a:ext cx="301752" cy="34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CFF49BE-9208-B5F4-F463-E893AC1F65C2}"/>
              </a:ext>
            </a:extLst>
          </p:cNvPr>
          <p:cNvCxnSpPr/>
          <p:nvPr/>
        </p:nvCxnSpPr>
        <p:spPr>
          <a:xfrm>
            <a:off x="9375500" y="2090928"/>
            <a:ext cx="301752" cy="34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978E10-F8B6-CD48-BD3C-910AAC8C91A2}"/>
              </a:ext>
            </a:extLst>
          </p:cNvPr>
          <p:cNvCxnSpPr/>
          <p:nvPr/>
        </p:nvCxnSpPr>
        <p:spPr>
          <a:xfrm>
            <a:off x="9774788" y="2517648"/>
            <a:ext cx="301752" cy="34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2388A13-C696-62D3-25B2-7E0281F78B4A}"/>
              </a:ext>
            </a:extLst>
          </p:cNvPr>
          <p:cNvCxnSpPr/>
          <p:nvPr/>
        </p:nvCxnSpPr>
        <p:spPr>
          <a:xfrm>
            <a:off x="8412480" y="3602737"/>
            <a:ext cx="301752" cy="34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8D77C1C-9850-CE12-A4FC-A1328C1321DE}"/>
              </a:ext>
            </a:extLst>
          </p:cNvPr>
          <p:cNvCxnSpPr/>
          <p:nvPr/>
        </p:nvCxnSpPr>
        <p:spPr>
          <a:xfrm>
            <a:off x="8811768" y="4029457"/>
            <a:ext cx="301752" cy="34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D91F284-B223-3A2F-7679-456ACEA9F0D5}"/>
              </a:ext>
            </a:extLst>
          </p:cNvPr>
          <p:cNvCxnSpPr/>
          <p:nvPr/>
        </p:nvCxnSpPr>
        <p:spPr>
          <a:xfrm>
            <a:off x="9399884" y="3645409"/>
            <a:ext cx="301752" cy="34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6E46180-9A68-920A-EEEA-20C8394EA906}"/>
              </a:ext>
            </a:extLst>
          </p:cNvPr>
          <p:cNvCxnSpPr/>
          <p:nvPr/>
        </p:nvCxnSpPr>
        <p:spPr>
          <a:xfrm>
            <a:off x="9799172" y="4072129"/>
            <a:ext cx="301752" cy="347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792CF4B-52E7-0599-2D77-8E17F7D60FEA}"/>
              </a:ext>
            </a:extLst>
          </p:cNvPr>
          <p:cNvSpPr txBox="1"/>
          <p:nvPr/>
        </p:nvSpPr>
        <p:spPr>
          <a:xfrm>
            <a:off x="8820764" y="1096999"/>
            <a:ext cx="5966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rgbClr val="FF0000"/>
                </a:solidFill>
              </a:rPr>
              <a:t>m_ij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6637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219</Words>
  <Application>Microsoft Office PowerPoint</Application>
  <PresentationFormat>Widescreen</PresentationFormat>
  <Paragraphs>208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Bomsoo Kim</dc:creator>
  <cp:lastModifiedBy>Bomsoo Kim</cp:lastModifiedBy>
  <cp:revision>7</cp:revision>
  <dcterms:created xsi:type="dcterms:W3CDTF">2025-03-02T21:00:41Z</dcterms:created>
  <dcterms:modified xsi:type="dcterms:W3CDTF">2025-03-02T21:10:31Z</dcterms:modified>
</cp:coreProperties>
</file>